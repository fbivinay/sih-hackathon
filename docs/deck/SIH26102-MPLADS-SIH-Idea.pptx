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An AI-powered monitoring system that reads MPLADS project data, detects suspicious patterns/anomalies and inefficiencies, assigns a risk score, and helps authorities decide which projects need verification.</a:t>
            </a:r>
          </a:p>
          <a:p>
            <a:pPr>
              <a:lnSpc>
                <a:spcPct val="120000"/>
              </a:lnSpc>
              <a:spcAft>
                <a:spcPts val="700"/>
              </a:spcAft>
            </a:pPr>
            <a:r>
              <a:rPr sz="1300" b="1">
                <a:solidFill>
                  <a:srgbClr val="101828"/>
                </a:solidFill>
                <a:latin typeface="Calibri"/>
              </a:rPr>
              <a:t>Theme – </a:t>
            </a:r>
            <a:r>
              <a:rPr sz="1200">
                <a:solidFill>
                  <a:srgbClr val="5A6472"/>
                </a:solidFill>
                <a:latin typeface="Calibri"/>
              </a:rPr>
              <a:t>&lt;Theme as listed on the portal&gt;</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MPLADS RISK MONITOR</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it addresses the problem</a:t>
            </a:r>
          </a:p>
        </p:txBody>
      </p:sp>
      <p:sp>
        <p:nvSpPr>
          <p:cNvPr id="15381" name="TextBox 15380"/>
          <p:cNvSpPr txBox="1"/>
          <p:nvPr/>
        </p:nvSpPr>
        <p:spPr>
          <a:xfrm>
            <a:off x="813816" y="3571240"/>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Reads the published MPLADS record end to end and scores every work against comparable works in the same district and sector. 48,542 works clear the review threshold, carrying Rs 4,662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for MPLADS, so they are not shown. The rule book states what cannot be checked at all. No LLM can move a score.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pandas, scikit-learn</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85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source,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85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48,542</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4,662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Sees which of their own recommendations are stalling, and how much of the allocation is still idle.</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Gets a ranked shortlist instead of a register, with the evidence for each flag already assembled.</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Ranks all 36 states and UTs on money committed against money paid, then drops straight into that state's queue.</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Sees national patterns and where scheme rules are breaking, without waiting for a manual audit.</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Data and scheme rules</a:t>
            </a:r>
          </a:p>
        </p:txBody>
      </p:sp>
      <p:sp>
        <p:nvSpPr>
          <p:cNvPr id="17414" name="TextBox 17413"/>
          <p:cNvSpPr txBox="1"/>
          <p:nvPr/>
        </p:nvSpPr>
        <p:spPr>
          <a:xfrm>
            <a:off x="81381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MPLADS programme data via Empowered Indian (empoweredindian.in), which aggregates the official MoSPI portal at mplads.mospi.gov.in — 250,839 works, 272,263 payments, 1,547 MP-terms across 776 districts and 62,969 vendors.
MPLADS Guidelines, Ministry of Statistics and Programme Implementation: permissible works, sanction ceilings and the annual entitlement per MP.
Reconciled against the source's own published totals; 4,372 rows rejected and recorded rather than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