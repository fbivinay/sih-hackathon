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48,542 clear the review threshold, carrying Rs 4,662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127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3.5%,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127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48,542</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4,662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Data and scheme rules</a:t>
            </a:r>
          </a:p>
        </p:txBody>
      </p:sp>
      <p:sp>
        <p:nvSpPr>
          <p:cNvPr id="17414" name="TextBox 17413"/>
          <p:cNvSpPr txBox="1"/>
          <p:nvPr/>
        </p:nvSpPr>
        <p:spPr>
          <a:xfrm>
            <a:off x="81381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MPLADS programme data via Empowered Indian (empoweredindian.in), which aggregates the official MoSPI portal at mplads.mospi.gov.in - 250,839 works, 272,263 payments, 1,547 MP-terms across 776 districts and 62,969 vendors.
MPLADS Guidelines, Ministry of Statistics and Programme Implementation: permissible works, sanction ceilings and the annual entitlement per MP.
Reconciled against the source's own published totals; 4,789 rows rejected and recorded rather than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